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42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C2C6A-D0B8-4145-92E2-2D98AB86A2D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6B8DE-0593-4B14-B042-56895D276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4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6B8DE-0593-4B14-B042-56895D27658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52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897560" y="2496960"/>
            <a:ext cx="6648480" cy="241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5;p11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791000" y="1755360"/>
            <a:ext cx="556200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0;p13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606920" y="228600"/>
            <a:ext cx="4308480" cy="76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30720" y="496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630720" y="1027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630720" y="1558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630720" y="2089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630720" y="26208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title"/>
          </p:nvPr>
        </p:nvSpPr>
        <p:spPr>
          <a:xfrm>
            <a:off x="630720" y="31521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title"/>
          </p:nvPr>
        </p:nvSpPr>
        <p:spPr>
          <a:xfrm>
            <a:off x="630720" y="36831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9"/>
          <p:cNvSpPr>
            <a:spLocks noGrp="1"/>
          </p:cNvSpPr>
          <p:nvPr>
            <p:ph type="title"/>
          </p:nvPr>
        </p:nvSpPr>
        <p:spPr>
          <a:xfrm>
            <a:off x="630720" y="42141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69;p14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263880"/>
            <a:ext cx="7028280" cy="164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3;p15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35440" y="228600"/>
            <a:ext cx="4539960" cy="109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687280" y="0"/>
            <a:ext cx="34567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78;p16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7;p17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98;p18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1;p19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04;p20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46120" y="382320"/>
            <a:ext cx="3543480" cy="222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Google Shape;107;p20"/>
          <p:cNvSpPr/>
          <p:nvPr/>
        </p:nvSpPr>
        <p:spPr>
          <a:xfrm>
            <a:off x="3969720" y="406080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13;p3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060720" y="3107520"/>
            <a:ext cx="5854320" cy="180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228600" y="276120"/>
            <a:ext cx="1651680" cy="137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82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  <a:ea typeface="Zalando Sans SemiExpanded Medium"/>
              </a:rPr>
              <a:t>xx%</a:t>
            </a:r>
            <a:endParaRPr lang="fr-FR" sz="8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09;p21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11;p22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7;p4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2286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21;p5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28;p6"/>
          <p:cNvPicPr/>
          <p:nvPr/>
        </p:nvPicPr>
        <p:blipFill>
          <a:blip r:embed="rId2"/>
          <a:srcRect t="7816" b="7816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31;p7"/>
          <p:cNvPicPr/>
          <p:nvPr/>
        </p:nvPicPr>
        <p:blipFill>
          <a:blip r:embed="rId2"/>
          <a:srcRect t="7816" b="781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35;p8"/>
          <p:cNvPicPr/>
          <p:nvPr/>
        </p:nvPicPr>
        <p:blipFill>
          <a:blip r:embed="rId2"/>
          <a:srcRect t="7816" b="7816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38;p9"/>
          <p:cNvPicPr/>
          <p:nvPr/>
        </p:nvPicPr>
        <p:blipFill>
          <a:blip r:embed="rId2"/>
          <a:srcRect t="7816" b="781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17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20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hippopx.com/en/abstract-background-color-2080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27;p27"/>
          <p:cNvSpPr/>
          <p:nvPr/>
        </p:nvSpPr>
        <p:spPr>
          <a:xfrm>
            <a:off x="4343400" y="2562120"/>
            <a:ext cx="4495320" cy="1133280"/>
          </a:xfrm>
          <a:prstGeom prst="rect">
            <a:avLst/>
          </a:prstGeom>
          <a:solidFill>
            <a:schemeClr val="lt2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566640" rIns="870823080" bIns="566640" anchor="ctr">
            <a:normAutofit fontScale="2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895400" y="2495520"/>
            <a:ext cx="6648120" cy="241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7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Internship </a:t>
            </a:r>
            <a:r>
              <a:rPr lang="en-US" sz="77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  <a:ea typeface="Zalando Sans SemiExpanded Medium"/>
              </a:rPr>
              <a:t>Report</a:t>
            </a:r>
            <a:endParaRPr lang="fr-FR" sz="7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37960" y="22860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  <a:ea typeface="Zalando Sans SemiExpanded Medium"/>
              </a:rPr>
              <a:t>Introduction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228600" y="3247920"/>
            <a:ext cx="4295520" cy="166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This presentation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summarizes a 60-hour web development internship focused on Django and the Vehicle Renewal System project.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The internship combined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theory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hands-on coding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and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project-based learning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to build a functional online platform for RC renewal and related services.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65" name="Google Shape;222;p32"/>
          <p:cNvPicPr/>
          <p:nvPr/>
        </p:nvPicPr>
        <p:blipFill>
          <a:blip r:embed="rId2"/>
          <a:stretch/>
        </p:blipFill>
        <p:spPr>
          <a:xfrm flipH="1">
            <a:off x="5687280" y="0"/>
            <a:ext cx="345672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</a:rPr>
              <a:t>Internship Summary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68" name="image69ccb47622858" descr="image69ccb4762285a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7029000" cy="164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  <a:ea typeface="Zalando Sans SemiExpanded Medium"/>
              </a:rPr>
              <a:t>Duration &amp; Structure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3638520" y="3581280"/>
            <a:ext cx="5276520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60 hours split across theory sessions, practical coding, and a capstone project. Weekly plan covered Python basics, Django components, frontend integration, and final system development and testing.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Tools: Python, Django, HTML, CSS.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</a:rPr>
              <a:t>Objectives &amp; Outcomes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Primary goals: gain practical web development experience, understand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Django architecture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, and apply concepts in real applications. Outcome: a working Vehicle Renewal System prototype with core modules implemented and tested, and improved problem-solving skills.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3" name="image69ccb4762d2a8" descr="image69ccb4762d2ac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</a:rPr>
              <a:t>Schedule &amp; Tools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Internship spanned 60 hours with a 4-week plan: Python basics, Django models/views/templates, frontend integration, and final project development.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Tools used: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Python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,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Django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, HTML</a:t>
            </a:r>
            <a:r>
              <a:rPr lang="en-US" sz="1200" dirty="0">
                <a:solidFill>
                  <a:schemeClr val="dk1"/>
                </a:solidFill>
                <a:latin typeface="Albert Sans"/>
              </a:rPr>
              <a:t> and 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CSS for the database.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</a:rPr>
              <a:t>Vehicle Renewal System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8" name="image69ccb47638b3e" descr="image69ccb47638b42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7029000" cy="164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  <a:ea typeface="Zalando Sans SemiExpanded Medium"/>
              </a:rPr>
              <a:t>Project Overview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3638520" y="3581280"/>
            <a:ext cx="5276520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The Vehicle Renewal System is an online platform for RC renewal, ownership transfer, and fee payments, enabling a paperless, digital process.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It streamlines renewals, tax payments, and address updates to reduce visits to the RTO and improve user convenience.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</a:rPr>
              <a:t>System Modules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Vehicle Registration: new registrations,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renewals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, ownership transfers.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Taxation: calculates state-wise road tax, green taxes, and government levies.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User Interface: frontend forms, validation, and status tracking.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3" name="image69ccb47645a6c" descr="image69ccb47645a70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</a:rPr>
              <a:t>Development &amp; Challenges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Development followed requirement analysis, database design, backend (Django) and frontend implementation, then testing.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Key challenges: mastering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Django 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, form validation, frontend-backend integration, and debugging complex errors.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7029000" cy="164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  <a:ea typeface="Zalando Sans SemiExpanded Medium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3638520" y="3581280"/>
            <a:ext cx="5276520" cy="129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The internship achieved practical web development skills and produced a working Vehicle Renewal System prototype.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Outcomes: improved problem-solving, applied Django architecture knowledge, and a tested, modular application ready for further enhancement.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380;p40"/>
          <p:cNvSpPr/>
          <p:nvPr/>
        </p:nvSpPr>
        <p:spPr>
          <a:xfrm>
            <a:off x="228600" y="304920"/>
            <a:ext cx="3857400" cy="1133280"/>
          </a:xfrm>
          <a:prstGeom prst="rect">
            <a:avLst/>
          </a:prstGeom>
          <a:solidFill>
            <a:schemeClr val="lt2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566640" rIns="870823080" bIns="566640" anchor="ctr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42880" y="170280"/>
            <a:ext cx="3543120" cy="243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400" b="0" u="none" strike="noStrike">
                <a:solidFill>
                  <a:schemeClr val="lt1"/>
                </a:solidFill>
                <a:effectLst/>
                <a:uFillTx/>
                <a:latin typeface="Zalando Sans SemiExpanded Medium"/>
                <a:ea typeface="Zalando Sans SemiExpanded Medium"/>
              </a:rPr>
              <a:t>Thank </a:t>
            </a:r>
            <a:r>
              <a:rPr lang="en" sz="7400" b="0" u="none" strike="noStrike">
                <a:solidFill>
                  <a:schemeClr val="dk1"/>
                </a:solidFill>
                <a:effectLst/>
                <a:uFillTx/>
                <a:latin typeface="Zalando Sans SemiExpanded Medium"/>
                <a:ea typeface="Zalando Sans SemiExpanded Medium"/>
              </a:rPr>
              <a:t>you</a:t>
            </a:r>
            <a:endParaRPr lang="fr-FR" sz="7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4467240" y="2457360"/>
            <a:ext cx="4447800" cy="4001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E7E3D5-EE41-3184-F2DF-A6BE0FBCD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212569" y="-44986"/>
            <a:ext cx="9356569" cy="51884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479803-A316-50ED-94A3-0F094275495C}"/>
              </a:ext>
            </a:extLst>
          </p:cNvPr>
          <p:cNvSpPr txBox="1"/>
          <p:nvPr/>
        </p:nvSpPr>
        <p:spPr>
          <a:xfrm>
            <a:off x="3090333" y="1752599"/>
            <a:ext cx="589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Roadmaps by Slidesgo">
  <a:themeElements>
    <a:clrScheme name="Simple Light">
      <a:dk1>
        <a:srgbClr val="FFFFFF"/>
      </a:dk1>
      <a:lt1>
        <a:srgbClr val="132763"/>
      </a:lt1>
      <a:dk2>
        <a:srgbClr val="FFFFFF"/>
      </a:dk2>
      <a:lt2>
        <a:srgbClr val="FFFFFF"/>
      </a:lt2>
      <a:accent1>
        <a:srgbClr val="F8C27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356</Words>
  <Application>Microsoft Office PowerPoint</Application>
  <PresentationFormat>On-screen Show (16:9)</PresentationFormat>
  <Paragraphs>40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Albert Sans</vt:lpstr>
      <vt:lpstr>Algerian</vt:lpstr>
      <vt:lpstr>Arial</vt:lpstr>
      <vt:lpstr>Calibri</vt:lpstr>
      <vt:lpstr>OpenSymbol</vt:lpstr>
      <vt:lpstr>Symbol</vt:lpstr>
      <vt:lpstr>Wingdings</vt:lpstr>
      <vt:lpstr>Zalando Sans SemiExpanded Medium</vt:lpstr>
      <vt:lpstr>Project Roadmaps by Slidesgo</vt:lpstr>
      <vt:lpstr>Slidesgo Final Pages</vt:lpstr>
      <vt:lpstr>Internship Report</vt:lpstr>
      <vt:lpstr>Introduction</vt:lpstr>
      <vt:lpstr>PowerPoint Presentation</vt:lpstr>
      <vt:lpstr>Duration &amp; Structure</vt:lpstr>
      <vt:lpstr>PowerPoint Presentation</vt:lpstr>
      <vt:lpstr>PowerPoint Presentation</vt:lpstr>
      <vt:lpstr>PowerPoint Presentation</vt:lpstr>
      <vt:lpstr>Project Overview</vt:lpstr>
      <vt:lpstr>PowerPoint Presentation</vt:lpstr>
      <vt:lpstr>PowerPoint Presentation</vt:lpstr>
      <vt:lpstr>Conclusions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user</cp:lastModifiedBy>
  <cp:revision>2</cp:revision>
  <dcterms:modified xsi:type="dcterms:W3CDTF">2026-04-01T06:13:16Z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2026-04-01T06:00:20Z</dcterms:created>
  <dc:creator>Unknown Creator</dc:creator>
  <dc:description/>
  <dc:language>en-US</dc:language>
  <cp:lastModifiedBy>Unknown Creator</cp:lastModifiedBy>
  <dcterms:modified xsi:type="dcterms:W3CDTF">2026-04-01T06:00:20Z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